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18"/>
  </p:notesMasterIdLst>
  <p:sldIdLst>
    <p:sldId id="256" r:id="rId2"/>
    <p:sldId id="257" r:id="rId3"/>
    <p:sldId id="258" r:id="rId4"/>
    <p:sldId id="264" r:id="rId5"/>
    <p:sldId id="265" r:id="rId6"/>
    <p:sldId id="267" r:id="rId7"/>
    <p:sldId id="268" r:id="rId8"/>
    <p:sldId id="266" r:id="rId9"/>
    <p:sldId id="261" r:id="rId10"/>
    <p:sldId id="269" r:id="rId11"/>
    <p:sldId id="270" r:id="rId12"/>
    <p:sldId id="271" r:id="rId13"/>
    <p:sldId id="272" r:id="rId14"/>
    <p:sldId id="273" r:id="rId15"/>
    <p:sldId id="274" r:id="rId16"/>
    <p:sldId id="26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EBECDF-B04F-4DAA-A23E-7A38557BCCBA}" v="53" dt="2026-07-23T06:07:57.998"/>
  </p1510:revLst>
</p1510:revInfo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26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thika M" userId="0302d2f413a67ea0" providerId="LiveId" clId="{ECA9D928-4D0B-4124-B8D8-EE2D25230B44}"/>
    <pc:docChg chg="undo custSel addSld delSld modSld sldOrd">
      <pc:chgData name="Jothika M" userId="0302d2f413a67ea0" providerId="LiveId" clId="{ECA9D928-4D0B-4124-B8D8-EE2D25230B44}" dt="2026-07-23T06:11:00.246" v="812" actId="20577"/>
      <pc:docMkLst>
        <pc:docMk/>
      </pc:docMkLst>
      <pc:sldChg chg="addSp modSp mod">
        <pc:chgData name="Jothika M" userId="0302d2f413a67ea0" providerId="LiveId" clId="{ECA9D928-4D0B-4124-B8D8-EE2D25230B44}" dt="2026-07-23T06:11:00.246" v="812" actId="20577"/>
        <pc:sldMkLst>
          <pc:docMk/>
          <pc:sldMk cId="1378811491" sldId="256"/>
        </pc:sldMkLst>
        <pc:spChg chg="add mod">
          <ac:chgData name="Jothika M" userId="0302d2f413a67ea0" providerId="LiveId" clId="{ECA9D928-4D0B-4124-B8D8-EE2D25230B44}" dt="2026-07-23T06:11:00.246" v="812" actId="20577"/>
          <ac:spMkLst>
            <pc:docMk/>
            <pc:sldMk cId="1378811491" sldId="256"/>
            <ac:spMk id="3" creationId="{0180B562-D295-DA87-185C-32D2E19A1CB7}"/>
          </ac:spMkLst>
        </pc:spChg>
        <pc:spChg chg="mod">
          <ac:chgData name="Jothika M" userId="0302d2f413a67ea0" providerId="LiveId" clId="{ECA9D928-4D0B-4124-B8D8-EE2D25230B44}" dt="2026-07-21T06:14:46.772" v="49" actId="1076"/>
          <ac:spMkLst>
            <pc:docMk/>
            <pc:sldMk cId="1378811491" sldId="256"/>
            <ac:spMk id="5" creationId="{C6400F6E-BA0E-9218-3EDD-77F6EC6AF802}"/>
          </ac:spMkLst>
        </pc:spChg>
        <pc:spChg chg="mod">
          <ac:chgData name="Jothika M" userId="0302d2f413a67ea0" providerId="LiveId" clId="{ECA9D928-4D0B-4124-B8D8-EE2D25230B44}" dt="2026-07-21T06:15:17.801" v="53" actId="14100"/>
          <ac:spMkLst>
            <pc:docMk/>
            <pc:sldMk cId="1378811491" sldId="256"/>
            <ac:spMk id="8" creationId="{ABCD1726-1E00-A9EE-1658-085D8A42DDB0}"/>
          </ac:spMkLst>
        </pc:spChg>
      </pc:sldChg>
      <pc:sldChg chg="modSp mod">
        <pc:chgData name="Jothika M" userId="0302d2f413a67ea0" providerId="LiveId" clId="{ECA9D928-4D0B-4124-B8D8-EE2D25230B44}" dt="2026-07-21T06:16:36.735" v="58" actId="1035"/>
        <pc:sldMkLst>
          <pc:docMk/>
          <pc:sldMk cId="1365445155" sldId="257"/>
        </pc:sldMkLst>
        <pc:spChg chg="mod">
          <ac:chgData name="Jothika M" userId="0302d2f413a67ea0" providerId="LiveId" clId="{ECA9D928-4D0B-4124-B8D8-EE2D25230B44}" dt="2026-07-21T06:16:12.730" v="56" actId="20577"/>
          <ac:spMkLst>
            <pc:docMk/>
            <pc:sldMk cId="1365445155" sldId="257"/>
            <ac:spMk id="7" creationId="{00000000-0000-0000-0000-000000000000}"/>
          </ac:spMkLst>
        </pc:spChg>
        <pc:spChg chg="mod">
          <ac:chgData name="Jothika M" userId="0302d2f413a67ea0" providerId="LiveId" clId="{ECA9D928-4D0B-4124-B8D8-EE2D25230B44}" dt="2026-07-21T06:16:36.735" v="58" actId="1035"/>
          <ac:spMkLst>
            <pc:docMk/>
            <pc:sldMk cId="1365445155" sldId="257"/>
            <ac:spMk id="9" creationId="{00000000-0000-0000-0000-000000000000}"/>
          </ac:spMkLst>
        </pc:spChg>
      </pc:sldChg>
      <pc:sldChg chg="addSp modSp mod">
        <pc:chgData name="Jothika M" userId="0302d2f413a67ea0" providerId="LiveId" clId="{ECA9D928-4D0B-4124-B8D8-EE2D25230B44}" dt="2026-07-21T06:23:55.082" v="132" actId="1076"/>
        <pc:sldMkLst>
          <pc:docMk/>
          <pc:sldMk cId="1948743791" sldId="258"/>
        </pc:sldMkLst>
        <pc:spChg chg="mod">
          <ac:chgData name="Jothika M" userId="0302d2f413a67ea0" providerId="LiveId" clId="{ECA9D928-4D0B-4124-B8D8-EE2D25230B44}" dt="2026-07-21T06:20:38.629" v="85" actId="20577"/>
          <ac:spMkLst>
            <pc:docMk/>
            <pc:sldMk cId="1948743791" sldId="258"/>
            <ac:spMk id="2" creationId="{38EEC4BF-255E-15BE-3B91-1E25F1305313}"/>
          </ac:spMkLst>
        </pc:spChg>
        <pc:spChg chg="add mod">
          <ac:chgData name="Jothika M" userId="0302d2f413a67ea0" providerId="LiveId" clId="{ECA9D928-4D0B-4124-B8D8-EE2D25230B44}" dt="2026-07-21T06:23:55.082" v="132" actId="1076"/>
          <ac:spMkLst>
            <pc:docMk/>
            <pc:sldMk cId="1948743791" sldId="258"/>
            <ac:spMk id="7" creationId="{C4EB4B0D-B31E-1D96-BB86-804D068CE988}"/>
          </ac:spMkLst>
        </pc:spChg>
        <pc:spChg chg="mod">
          <ac:chgData name="Jothika M" userId="0302d2f413a67ea0" providerId="LiveId" clId="{ECA9D928-4D0B-4124-B8D8-EE2D25230B44}" dt="2026-07-21T06:22:33.388" v="114"/>
          <ac:spMkLst>
            <pc:docMk/>
            <pc:sldMk cId="1948743791" sldId="258"/>
            <ac:spMk id="10" creationId="{655479D4-77F3-3621-C58A-D72BA22BC0E6}"/>
          </ac:spMkLst>
        </pc:spChg>
        <pc:graphicFrameChg chg="add mod modGraphic">
          <ac:chgData name="Jothika M" userId="0302d2f413a67ea0" providerId="LiveId" clId="{ECA9D928-4D0B-4124-B8D8-EE2D25230B44}" dt="2026-07-21T06:23:03.672" v="124" actId="1076"/>
          <ac:graphicFrameMkLst>
            <pc:docMk/>
            <pc:sldMk cId="1948743791" sldId="258"/>
            <ac:graphicFrameMk id="3" creationId="{488491D1-33D3-846A-3B27-9A9FC57F2338}"/>
          </ac:graphicFrameMkLst>
        </pc:graphicFrameChg>
      </pc:sldChg>
      <pc:sldChg chg="del">
        <pc:chgData name="Jothika M" userId="0302d2f413a67ea0" providerId="LiveId" clId="{ECA9D928-4D0B-4124-B8D8-EE2D25230B44}" dt="2026-07-23T05:07:56.126" v="528" actId="2696"/>
        <pc:sldMkLst>
          <pc:docMk/>
          <pc:sldMk cId="3830937400" sldId="260"/>
        </pc:sldMkLst>
      </pc:sldChg>
      <pc:sldChg chg="addSp delSp modSp mod">
        <pc:chgData name="Jothika M" userId="0302d2f413a67ea0" providerId="LiveId" clId="{ECA9D928-4D0B-4124-B8D8-EE2D25230B44}" dt="2026-07-23T05:07:41.299" v="526" actId="1076"/>
        <pc:sldMkLst>
          <pc:docMk/>
          <pc:sldMk cId="3745184206" sldId="261"/>
        </pc:sldMkLst>
        <pc:spChg chg="mod">
          <ac:chgData name="Jothika M" userId="0302d2f413a67ea0" providerId="LiveId" clId="{ECA9D928-4D0B-4124-B8D8-EE2D25230B44}" dt="2026-07-23T05:07:41.299" v="526" actId="1076"/>
          <ac:spMkLst>
            <pc:docMk/>
            <pc:sldMk cId="3745184206" sldId="261"/>
            <ac:spMk id="2" creationId="{B7A27ECE-5D30-4EA4-C49F-76E28180AD67}"/>
          </ac:spMkLst>
        </pc:spChg>
        <pc:spChg chg="add del mod">
          <ac:chgData name="Jothika M" userId="0302d2f413a67ea0" providerId="LiveId" clId="{ECA9D928-4D0B-4124-B8D8-EE2D25230B44}" dt="2026-07-23T03:43:09.333" v="428"/>
          <ac:spMkLst>
            <pc:docMk/>
            <pc:sldMk cId="3745184206" sldId="261"/>
            <ac:spMk id="4" creationId="{7DA747FD-301F-B8E7-853B-5410718B1A60}"/>
          </ac:spMkLst>
        </pc:spChg>
        <pc:spChg chg="add mod">
          <ac:chgData name="Jothika M" userId="0302d2f413a67ea0" providerId="LiveId" clId="{ECA9D928-4D0B-4124-B8D8-EE2D25230B44}" dt="2026-07-23T05:07:22.738" v="525" actId="255"/>
          <ac:spMkLst>
            <pc:docMk/>
            <pc:sldMk cId="3745184206" sldId="261"/>
            <ac:spMk id="7" creationId="{3FCBBC2E-B375-650E-05C4-5033B362CC2C}"/>
          </ac:spMkLst>
        </pc:spChg>
        <pc:spChg chg="add del mod">
          <ac:chgData name="Jothika M" userId="0302d2f413a67ea0" providerId="LiveId" clId="{ECA9D928-4D0B-4124-B8D8-EE2D25230B44}" dt="2026-07-23T03:43:09.334" v="430"/>
          <ac:spMkLst>
            <pc:docMk/>
            <pc:sldMk cId="3745184206" sldId="261"/>
            <ac:spMk id="8" creationId="{2FBC3131-45A3-C7C1-8FD9-34C2F06C735C}"/>
          </ac:spMkLst>
        </pc:spChg>
      </pc:sldChg>
      <pc:sldChg chg="delSp modSp mod">
        <pc:chgData name="Jothika M" userId="0302d2f413a67ea0" providerId="LiveId" clId="{ECA9D928-4D0B-4124-B8D8-EE2D25230B44}" dt="2026-07-23T05:19:14.488" v="694" actId="255"/>
        <pc:sldMkLst>
          <pc:docMk/>
          <pc:sldMk cId="1917567363" sldId="262"/>
        </pc:sldMkLst>
        <pc:spChg chg="del mod">
          <ac:chgData name="Jothika M" userId="0302d2f413a67ea0" providerId="LiveId" clId="{ECA9D928-4D0B-4124-B8D8-EE2D25230B44}" dt="2026-07-23T05:16:58.509" v="650" actId="21"/>
          <ac:spMkLst>
            <pc:docMk/>
            <pc:sldMk cId="1917567363" sldId="262"/>
            <ac:spMk id="2" creationId="{AE2651AE-DD91-6600-332D-12F9469904E2}"/>
          </ac:spMkLst>
        </pc:spChg>
        <pc:spChg chg="mod">
          <ac:chgData name="Jothika M" userId="0302d2f413a67ea0" providerId="LiveId" clId="{ECA9D928-4D0B-4124-B8D8-EE2D25230B44}" dt="2026-07-23T05:19:14.488" v="694" actId="255"/>
          <ac:spMkLst>
            <pc:docMk/>
            <pc:sldMk cId="1917567363" sldId="262"/>
            <ac:spMk id="6" creationId="{00000000-0000-0000-0000-000000000000}"/>
          </ac:spMkLst>
        </pc:spChg>
      </pc:sldChg>
      <pc:sldChg chg="addSp modSp del mod">
        <pc:chgData name="Jothika M" userId="0302d2f413a67ea0" providerId="LiveId" clId="{ECA9D928-4D0B-4124-B8D8-EE2D25230B44}" dt="2026-07-23T05:07:50.953" v="527" actId="2696"/>
        <pc:sldMkLst>
          <pc:docMk/>
          <pc:sldMk cId="0" sldId="263"/>
        </pc:sldMkLst>
      </pc:sldChg>
      <pc:sldChg chg="addSp delSp modSp add mod">
        <pc:chgData name="Jothika M" userId="0302d2f413a67ea0" providerId="LiveId" clId="{ECA9D928-4D0B-4124-B8D8-EE2D25230B44}" dt="2026-07-23T03:31:04.627" v="327"/>
        <pc:sldMkLst>
          <pc:docMk/>
          <pc:sldMk cId="1419996165" sldId="264"/>
        </pc:sldMkLst>
        <pc:spChg chg="del mod">
          <ac:chgData name="Jothika M" userId="0302d2f413a67ea0" providerId="LiveId" clId="{ECA9D928-4D0B-4124-B8D8-EE2D25230B44}" dt="2026-07-23T03:27:58.989" v="277" actId="21"/>
          <ac:spMkLst>
            <pc:docMk/>
            <pc:sldMk cId="1419996165" sldId="264"/>
            <ac:spMk id="2" creationId="{4A310CD4-F702-C374-E523-B8E36B6773D1}"/>
          </ac:spMkLst>
        </pc:spChg>
        <pc:spChg chg="add del mod">
          <ac:chgData name="Jothika M" userId="0302d2f413a67ea0" providerId="LiveId" clId="{ECA9D928-4D0B-4124-B8D8-EE2D25230B44}" dt="2026-07-23T03:31:04.627" v="323"/>
          <ac:spMkLst>
            <pc:docMk/>
            <pc:sldMk cId="1419996165" sldId="264"/>
            <ac:spMk id="6" creationId="{E1D471FE-7BD9-96AB-0EF2-A2D107BFEC8B}"/>
          </ac:spMkLst>
        </pc:spChg>
        <pc:spChg chg="add del mod">
          <ac:chgData name="Jothika M" userId="0302d2f413a67ea0" providerId="LiveId" clId="{ECA9D928-4D0B-4124-B8D8-EE2D25230B44}" dt="2026-07-23T03:31:04.627" v="327"/>
          <ac:spMkLst>
            <pc:docMk/>
            <pc:sldMk cId="1419996165" sldId="264"/>
            <ac:spMk id="8" creationId="{1B0D0F66-735A-7CB8-4ACC-149967AFAEBF}"/>
          </ac:spMkLst>
        </pc:spChg>
        <pc:spChg chg="mod">
          <ac:chgData name="Jothika M" userId="0302d2f413a67ea0" providerId="LiveId" clId="{ECA9D928-4D0B-4124-B8D8-EE2D25230B44}" dt="2026-07-23T03:31:03.046" v="321" actId="1076"/>
          <ac:spMkLst>
            <pc:docMk/>
            <pc:sldMk cId="1419996165" sldId="264"/>
            <ac:spMk id="10" creationId="{167AD05A-EA8F-B9E5-C9AE-967C6D06A294}"/>
          </ac:spMkLst>
        </pc:spChg>
        <pc:spChg chg="add del mod">
          <ac:chgData name="Jothika M" userId="0302d2f413a67ea0" providerId="LiveId" clId="{ECA9D928-4D0B-4124-B8D8-EE2D25230B44}" dt="2026-07-23T03:31:04.627" v="325"/>
          <ac:spMkLst>
            <pc:docMk/>
            <pc:sldMk cId="1419996165" sldId="264"/>
            <ac:spMk id="11" creationId="{E8B4B53A-0512-434A-F464-C0092A5921B7}"/>
          </ac:spMkLst>
        </pc:spChg>
      </pc:sldChg>
      <pc:sldChg chg="addSp delSp modSp mod">
        <pc:chgData name="Jothika M" userId="0302d2f413a67ea0" providerId="LiveId" clId="{ECA9D928-4D0B-4124-B8D8-EE2D25230B44}" dt="2026-07-23T03:47:01.365" v="464" actId="255"/>
        <pc:sldMkLst>
          <pc:docMk/>
          <pc:sldMk cId="1309888322" sldId="265"/>
        </pc:sldMkLst>
        <pc:spChg chg="add del mod">
          <ac:chgData name="Jothika M" userId="0302d2f413a67ea0" providerId="LiveId" clId="{ECA9D928-4D0B-4124-B8D8-EE2D25230B44}" dt="2026-07-23T03:31:26.708" v="335" actId="21"/>
          <ac:spMkLst>
            <pc:docMk/>
            <pc:sldMk cId="1309888322" sldId="265"/>
            <ac:spMk id="2" creationId="{B8873306-75E4-E659-2157-110A1AD78F4D}"/>
          </ac:spMkLst>
        </pc:spChg>
        <pc:spChg chg="add del mod">
          <ac:chgData name="Jothika M" userId="0302d2f413a67ea0" providerId="LiveId" clId="{ECA9D928-4D0B-4124-B8D8-EE2D25230B44}" dt="2026-07-23T03:31:11.948" v="330" actId="478"/>
          <ac:spMkLst>
            <pc:docMk/>
            <pc:sldMk cId="1309888322" sldId="265"/>
            <ac:spMk id="4" creationId="{36B932E5-5860-F5CA-EF3C-E964E824113F}"/>
          </ac:spMkLst>
        </pc:spChg>
        <pc:spChg chg="add del mod">
          <ac:chgData name="Jothika M" userId="0302d2f413a67ea0" providerId="LiveId" clId="{ECA9D928-4D0B-4124-B8D8-EE2D25230B44}" dt="2026-07-23T03:31:26.731" v="339"/>
          <ac:spMkLst>
            <pc:docMk/>
            <pc:sldMk cId="1309888322" sldId="265"/>
            <ac:spMk id="6" creationId="{18879116-5A7A-4780-5AA1-DFF3C99A547D}"/>
          </ac:spMkLst>
        </pc:spChg>
        <pc:spChg chg="add del mod">
          <ac:chgData name="Jothika M" userId="0302d2f413a67ea0" providerId="LiveId" clId="{ECA9D928-4D0B-4124-B8D8-EE2D25230B44}" dt="2026-07-23T03:31:26.731" v="337"/>
          <ac:spMkLst>
            <pc:docMk/>
            <pc:sldMk cId="1309888322" sldId="265"/>
            <ac:spMk id="8" creationId="{056DDD8B-B048-95CB-714D-62F1F4E236F9}"/>
          </ac:spMkLst>
        </pc:spChg>
        <pc:spChg chg="add del mod">
          <ac:chgData name="Jothika M" userId="0302d2f413a67ea0" providerId="LiveId" clId="{ECA9D928-4D0B-4124-B8D8-EE2D25230B44}" dt="2026-07-23T03:46:26.743" v="457"/>
          <ac:spMkLst>
            <pc:docMk/>
            <pc:sldMk cId="1309888322" sldId="265"/>
            <ac:spMk id="9" creationId="{447848AA-18C2-965A-365C-017F108C8813}"/>
          </ac:spMkLst>
        </pc:spChg>
        <pc:spChg chg="add del mod">
          <ac:chgData name="Jothika M" userId="0302d2f413a67ea0" providerId="LiveId" clId="{ECA9D928-4D0B-4124-B8D8-EE2D25230B44}" dt="2026-07-23T03:39:27.646" v="377"/>
          <ac:spMkLst>
            <pc:docMk/>
            <pc:sldMk cId="1309888322" sldId="265"/>
            <ac:spMk id="10" creationId="{022A88EE-190F-66B9-F44A-CB6E23B1EC5A}"/>
          </ac:spMkLst>
        </pc:spChg>
        <pc:spChg chg="add del mod">
          <ac:chgData name="Jothika M" userId="0302d2f413a67ea0" providerId="LiveId" clId="{ECA9D928-4D0B-4124-B8D8-EE2D25230B44}" dt="2026-07-23T03:31:26.731" v="341"/>
          <ac:spMkLst>
            <pc:docMk/>
            <pc:sldMk cId="1309888322" sldId="265"/>
            <ac:spMk id="11" creationId="{911DB545-4D6E-4BDC-9518-CA0AC76A37EC}"/>
          </ac:spMkLst>
        </pc:spChg>
        <pc:spChg chg="add mod">
          <ac:chgData name="Jothika M" userId="0302d2f413a67ea0" providerId="LiveId" clId="{ECA9D928-4D0B-4124-B8D8-EE2D25230B44}" dt="2026-07-23T03:47:01.365" v="464" actId="255"/>
          <ac:spMkLst>
            <pc:docMk/>
            <pc:sldMk cId="1309888322" sldId="265"/>
            <ac:spMk id="13" creationId="{BCE6DCBA-CC35-7D3D-4A78-2CFC953DD89E}"/>
          </ac:spMkLst>
        </pc:spChg>
        <pc:graphicFrameChg chg="add mod modGraphic">
          <ac:chgData name="Jothika M" userId="0302d2f413a67ea0" providerId="LiveId" clId="{ECA9D928-4D0B-4124-B8D8-EE2D25230B44}" dt="2026-07-23T03:46:43.016" v="461" actId="14734"/>
          <ac:graphicFrameMkLst>
            <pc:docMk/>
            <pc:sldMk cId="1309888322" sldId="265"/>
            <ac:graphicFrameMk id="5" creationId="{A172F4AD-D53A-53F1-6B9B-91E03E6C2EA3}"/>
          </ac:graphicFrameMkLst>
        </pc:graphicFrameChg>
        <pc:picChg chg="add del">
          <ac:chgData name="Jothika M" userId="0302d2f413a67ea0" providerId="LiveId" clId="{ECA9D928-4D0B-4124-B8D8-EE2D25230B44}" dt="2026-07-23T03:31:11.948" v="330" actId="478"/>
          <ac:picMkLst>
            <pc:docMk/>
            <pc:sldMk cId="1309888322" sldId="265"/>
            <ac:picMk id="15" creationId="{42E9B6B2-105E-9E97-BB48-0A5BE5521BF0}"/>
          </ac:picMkLst>
        </pc:picChg>
        <pc:picChg chg="add del">
          <ac:chgData name="Jothika M" userId="0302d2f413a67ea0" providerId="LiveId" clId="{ECA9D928-4D0B-4124-B8D8-EE2D25230B44}" dt="2026-07-23T03:31:11.948" v="330" actId="478"/>
          <ac:picMkLst>
            <pc:docMk/>
            <pc:sldMk cId="1309888322" sldId="265"/>
            <ac:picMk id="16" creationId="{D75A4779-5E37-0637-995B-74C5A6968C28}"/>
          </ac:picMkLst>
        </pc:picChg>
      </pc:sldChg>
      <pc:sldChg chg="modSp add mod">
        <pc:chgData name="Jothika M" userId="0302d2f413a67ea0" providerId="LiveId" clId="{ECA9D928-4D0B-4124-B8D8-EE2D25230B44}" dt="2026-07-23T03:34:36.357" v="371" actId="1076"/>
        <pc:sldMkLst>
          <pc:docMk/>
          <pc:sldMk cId="2934531812" sldId="266"/>
        </pc:sldMkLst>
        <pc:spChg chg="mod">
          <ac:chgData name="Jothika M" userId="0302d2f413a67ea0" providerId="LiveId" clId="{ECA9D928-4D0B-4124-B8D8-EE2D25230B44}" dt="2026-07-23T03:34:36.357" v="371" actId="1076"/>
          <ac:spMkLst>
            <pc:docMk/>
            <pc:sldMk cId="2934531812" sldId="266"/>
            <ac:spMk id="10" creationId="{39DB807D-5916-4750-9D8D-15D1CC91FF66}"/>
          </ac:spMkLst>
        </pc:spChg>
      </pc:sldChg>
      <pc:sldChg chg="addSp delSp modSp add mod">
        <pc:chgData name="Jothika M" userId="0302d2f413a67ea0" providerId="LiveId" clId="{ECA9D928-4D0B-4124-B8D8-EE2D25230B44}" dt="2026-07-23T03:48:07.513" v="479" actId="14100"/>
        <pc:sldMkLst>
          <pc:docMk/>
          <pc:sldMk cId="1295420716" sldId="267"/>
        </pc:sldMkLst>
        <pc:spChg chg="add mod">
          <ac:chgData name="Jothika M" userId="0302d2f413a67ea0" providerId="LiveId" clId="{ECA9D928-4D0B-4124-B8D8-EE2D25230B44}" dt="2026-07-23T03:47:16.712" v="467" actId="255"/>
          <ac:spMkLst>
            <pc:docMk/>
            <pc:sldMk cId="1295420716" sldId="267"/>
            <ac:spMk id="4" creationId="{C369F03C-561E-9272-F554-057FF60ECB5E}"/>
          </ac:spMkLst>
        </pc:spChg>
        <pc:spChg chg="del mod">
          <ac:chgData name="Jothika M" userId="0302d2f413a67ea0" providerId="LiveId" clId="{ECA9D928-4D0B-4124-B8D8-EE2D25230B44}" dt="2026-07-23T03:40:25.378" v="389"/>
          <ac:spMkLst>
            <pc:docMk/>
            <pc:sldMk cId="1295420716" sldId="267"/>
            <ac:spMk id="9" creationId="{FDA62E1C-72E3-99E8-D46D-276DDD73D99A}"/>
          </ac:spMkLst>
        </pc:spChg>
        <pc:spChg chg="del mod">
          <ac:chgData name="Jothika M" userId="0302d2f413a67ea0" providerId="LiveId" clId="{ECA9D928-4D0B-4124-B8D8-EE2D25230B44}" dt="2026-07-23T03:40:25.380" v="391"/>
          <ac:spMkLst>
            <pc:docMk/>
            <pc:sldMk cId="1295420716" sldId="267"/>
            <ac:spMk id="13" creationId="{673E7A73-5585-A56F-F9E1-EC095D48AC16}"/>
          </ac:spMkLst>
        </pc:spChg>
        <pc:graphicFrameChg chg="add mod modGraphic">
          <ac:chgData name="Jothika M" userId="0302d2f413a67ea0" providerId="LiveId" clId="{ECA9D928-4D0B-4124-B8D8-EE2D25230B44}" dt="2026-07-23T03:48:07.513" v="479" actId="14100"/>
          <ac:graphicFrameMkLst>
            <pc:docMk/>
            <pc:sldMk cId="1295420716" sldId="267"/>
            <ac:graphicFrameMk id="2" creationId="{8E399070-3854-5381-FCE2-1680B7EEDDB3}"/>
          </ac:graphicFrameMkLst>
        </pc:graphicFrameChg>
        <pc:graphicFrameChg chg="del modGraphic">
          <ac:chgData name="Jothika M" userId="0302d2f413a67ea0" providerId="LiveId" clId="{ECA9D928-4D0B-4124-B8D8-EE2D25230B44}" dt="2026-07-23T03:40:03.478" v="385" actId="21"/>
          <ac:graphicFrameMkLst>
            <pc:docMk/>
            <pc:sldMk cId="1295420716" sldId="267"/>
            <ac:graphicFrameMk id="5" creationId="{4FA6D9FB-6EF2-1896-7731-583C31A4E303}"/>
          </ac:graphicFrameMkLst>
        </pc:graphicFrameChg>
      </pc:sldChg>
      <pc:sldChg chg="delSp modSp add mod">
        <pc:chgData name="Jothika M" userId="0302d2f413a67ea0" providerId="LiveId" clId="{ECA9D928-4D0B-4124-B8D8-EE2D25230B44}" dt="2026-07-23T05:05:01.841" v="511" actId="15"/>
        <pc:sldMkLst>
          <pc:docMk/>
          <pc:sldMk cId="1770294206" sldId="268"/>
        </pc:sldMkLst>
        <pc:spChg chg="del mod">
          <ac:chgData name="Jothika M" userId="0302d2f413a67ea0" providerId="LiveId" clId="{ECA9D928-4D0B-4124-B8D8-EE2D25230B44}" dt="2026-07-23T03:42:14.831" v="422"/>
          <ac:spMkLst>
            <pc:docMk/>
            <pc:sldMk cId="1770294206" sldId="268"/>
            <ac:spMk id="9" creationId="{9DAFD4B3-2E9E-212F-A378-C188BC62892B}"/>
          </ac:spMkLst>
        </pc:spChg>
        <pc:spChg chg="mod">
          <ac:chgData name="Jothika M" userId="0302d2f413a67ea0" providerId="LiveId" clId="{ECA9D928-4D0B-4124-B8D8-EE2D25230B44}" dt="2026-07-23T05:05:01.841" v="511" actId="15"/>
          <ac:spMkLst>
            <pc:docMk/>
            <pc:sldMk cId="1770294206" sldId="268"/>
            <ac:spMk id="13" creationId="{329A1A34-9E11-4C1E-D6DA-2EA76B2AE657}"/>
          </ac:spMkLst>
        </pc:spChg>
        <pc:graphicFrameChg chg="del">
          <ac:chgData name="Jothika M" userId="0302d2f413a67ea0" providerId="LiveId" clId="{ECA9D928-4D0B-4124-B8D8-EE2D25230B44}" dt="2026-07-23T03:41:12.367" v="415" actId="21"/>
          <ac:graphicFrameMkLst>
            <pc:docMk/>
            <pc:sldMk cId="1770294206" sldId="268"/>
            <ac:graphicFrameMk id="5" creationId="{C93ECD3F-2486-7E52-A913-53F296E29525}"/>
          </ac:graphicFrameMkLst>
        </pc:graphicFrameChg>
      </pc:sldChg>
      <pc:sldChg chg="modSp add mod ord">
        <pc:chgData name="Jothika M" userId="0302d2f413a67ea0" providerId="LiveId" clId="{ECA9D928-4D0B-4124-B8D8-EE2D25230B44}" dt="2026-07-23T05:09:16.382" v="552" actId="12"/>
        <pc:sldMkLst>
          <pc:docMk/>
          <pc:sldMk cId="2572556117" sldId="269"/>
        </pc:sldMkLst>
        <pc:spChg chg="mod">
          <ac:chgData name="Jothika M" userId="0302d2f413a67ea0" providerId="LiveId" clId="{ECA9D928-4D0B-4124-B8D8-EE2D25230B44}" dt="2026-07-23T05:09:16.382" v="552" actId="12"/>
          <ac:spMkLst>
            <pc:docMk/>
            <pc:sldMk cId="2572556117" sldId="269"/>
            <ac:spMk id="10" creationId="{248AFA65-54FA-55A0-B5EB-C90411D1BC67}"/>
          </ac:spMkLst>
        </pc:spChg>
      </pc:sldChg>
      <pc:sldChg chg="addSp delSp modSp add mod">
        <pc:chgData name="Jothika M" userId="0302d2f413a67ea0" providerId="LiveId" clId="{ECA9D928-4D0B-4124-B8D8-EE2D25230B44}" dt="2026-07-23T05:14:24.940" v="617" actId="2711"/>
        <pc:sldMkLst>
          <pc:docMk/>
          <pc:sldMk cId="4201593196" sldId="270"/>
        </pc:sldMkLst>
        <pc:spChg chg="add">
          <ac:chgData name="Jothika M" userId="0302d2f413a67ea0" providerId="LiveId" clId="{ECA9D928-4D0B-4124-B8D8-EE2D25230B44}" dt="2026-07-23T05:09:36.008" v="555"/>
          <ac:spMkLst>
            <pc:docMk/>
            <pc:sldMk cId="4201593196" sldId="270"/>
            <ac:spMk id="4" creationId="{A331305B-EFED-96AD-1F17-D8E058DF8DCC}"/>
          </ac:spMkLst>
        </pc:spChg>
        <pc:spChg chg="add mod">
          <ac:chgData name="Jothika M" userId="0302d2f413a67ea0" providerId="LiveId" clId="{ECA9D928-4D0B-4124-B8D8-EE2D25230B44}" dt="2026-07-23T05:14:21.054" v="616" actId="14100"/>
          <ac:spMkLst>
            <pc:docMk/>
            <pc:sldMk cId="4201593196" sldId="270"/>
            <ac:spMk id="7" creationId="{FFBFD73A-D577-1B87-3EFF-8F3799DBDBDE}"/>
          </ac:spMkLst>
        </pc:spChg>
        <pc:spChg chg="add mod">
          <ac:chgData name="Jothika M" userId="0302d2f413a67ea0" providerId="LiveId" clId="{ECA9D928-4D0B-4124-B8D8-EE2D25230B44}" dt="2026-07-23T05:12:40.989" v="596" actId="1076"/>
          <ac:spMkLst>
            <pc:docMk/>
            <pc:sldMk cId="4201593196" sldId="270"/>
            <ac:spMk id="9" creationId="{B13753FF-BA44-39E4-C368-35B21ECC17C0}"/>
          </ac:spMkLst>
        </pc:spChg>
        <pc:spChg chg="del mod">
          <ac:chgData name="Jothika M" userId="0302d2f413a67ea0" providerId="LiveId" clId="{ECA9D928-4D0B-4124-B8D8-EE2D25230B44}" dt="2026-07-23T05:10:23.840" v="571"/>
          <ac:spMkLst>
            <pc:docMk/>
            <pc:sldMk cId="4201593196" sldId="270"/>
            <ac:spMk id="10" creationId="{8FC4B964-BD06-7551-24C4-401A16AE1E36}"/>
          </ac:spMkLst>
        </pc:spChg>
        <pc:graphicFrameChg chg="add del mod">
          <ac:chgData name="Jothika M" userId="0302d2f413a67ea0" providerId="LiveId" clId="{ECA9D928-4D0B-4124-B8D8-EE2D25230B44}" dt="2026-07-23T05:10:23.819" v="569" actId="21"/>
          <ac:graphicFrameMkLst>
            <pc:docMk/>
            <pc:sldMk cId="4201593196" sldId="270"/>
            <ac:graphicFrameMk id="2" creationId="{46D95446-B3E9-839F-4217-ED8B97428E17}"/>
          </ac:graphicFrameMkLst>
        </pc:graphicFrameChg>
        <pc:graphicFrameChg chg="add mod modGraphic">
          <ac:chgData name="Jothika M" userId="0302d2f413a67ea0" providerId="LiveId" clId="{ECA9D928-4D0B-4124-B8D8-EE2D25230B44}" dt="2026-07-23T05:14:24.940" v="617" actId="2711"/>
          <ac:graphicFrameMkLst>
            <pc:docMk/>
            <pc:sldMk cId="4201593196" sldId="270"/>
            <ac:graphicFrameMk id="5" creationId="{E7613DC1-D3C6-BA96-3A87-AB1426335BBF}"/>
          </ac:graphicFrameMkLst>
        </pc:graphicFrameChg>
      </pc:sldChg>
      <pc:sldChg chg="addSp delSp modSp add mod ord">
        <pc:chgData name="Jothika M" userId="0302d2f413a67ea0" providerId="LiveId" clId="{ECA9D928-4D0B-4124-B8D8-EE2D25230B44}" dt="2026-07-23T05:14:12.182" v="615"/>
        <pc:sldMkLst>
          <pc:docMk/>
          <pc:sldMk cId="3164631954" sldId="271"/>
        </pc:sldMkLst>
        <pc:spChg chg="add mod">
          <ac:chgData name="Jothika M" userId="0302d2f413a67ea0" providerId="LiveId" clId="{ECA9D928-4D0B-4124-B8D8-EE2D25230B44}" dt="2026-07-23T05:13:49.736" v="611" actId="1076"/>
          <ac:spMkLst>
            <pc:docMk/>
            <pc:sldMk cId="3164631954" sldId="271"/>
            <ac:spMk id="4" creationId="{FFCB583B-8031-AA2E-4C06-BD4CF6695CD6}"/>
          </ac:spMkLst>
        </pc:spChg>
        <pc:spChg chg="del mod">
          <ac:chgData name="Jothika M" userId="0302d2f413a67ea0" providerId="LiveId" clId="{ECA9D928-4D0B-4124-B8D8-EE2D25230B44}" dt="2026-07-23T05:14:12.182" v="615"/>
          <ac:spMkLst>
            <pc:docMk/>
            <pc:sldMk cId="3164631954" sldId="271"/>
            <ac:spMk id="10" creationId="{263868F5-96CE-8350-5490-8C3186A923E1}"/>
          </ac:spMkLst>
        </pc:spChg>
        <pc:graphicFrameChg chg="add mod modGraphic">
          <ac:chgData name="Jothika M" userId="0302d2f413a67ea0" providerId="LiveId" clId="{ECA9D928-4D0B-4124-B8D8-EE2D25230B44}" dt="2026-07-23T05:14:07.971" v="613" actId="2711"/>
          <ac:graphicFrameMkLst>
            <pc:docMk/>
            <pc:sldMk cId="3164631954" sldId="271"/>
            <ac:graphicFrameMk id="2" creationId="{C6559F96-57AF-2F00-D3AF-030A980572E3}"/>
          </ac:graphicFrameMkLst>
        </pc:graphicFrameChg>
      </pc:sldChg>
      <pc:sldChg chg="modSp add mod ord">
        <pc:chgData name="Jothika M" userId="0302d2f413a67ea0" providerId="LiveId" clId="{ECA9D928-4D0B-4124-B8D8-EE2D25230B44}" dt="2026-07-23T05:20:23.799" v="701" actId="1076"/>
        <pc:sldMkLst>
          <pc:docMk/>
          <pc:sldMk cId="1562279061" sldId="272"/>
        </pc:sldMkLst>
        <pc:spChg chg="mod">
          <ac:chgData name="Jothika M" userId="0302d2f413a67ea0" providerId="LiveId" clId="{ECA9D928-4D0B-4124-B8D8-EE2D25230B44}" dt="2026-07-23T05:20:00.498" v="695" actId="20577"/>
          <ac:spMkLst>
            <pc:docMk/>
            <pc:sldMk cId="1562279061" sldId="272"/>
            <ac:spMk id="10" creationId="{2BE06B54-99AE-66AB-AA23-CEC59F84323F}"/>
          </ac:spMkLst>
        </pc:spChg>
        <pc:picChg chg="mod">
          <ac:chgData name="Jothika M" userId="0302d2f413a67ea0" providerId="LiveId" clId="{ECA9D928-4D0B-4124-B8D8-EE2D25230B44}" dt="2026-07-23T05:20:23.799" v="701" actId="1076"/>
          <ac:picMkLst>
            <pc:docMk/>
            <pc:sldMk cId="1562279061" sldId="272"/>
            <ac:picMk id="2" creationId="{E4F0B6B5-A199-AEE3-9D43-3C0CBF02FED8}"/>
          </ac:picMkLst>
        </pc:picChg>
      </pc:sldChg>
      <pc:sldChg chg="addSp modSp add mod">
        <pc:chgData name="Jothika M" userId="0302d2f413a67ea0" providerId="LiveId" clId="{ECA9D928-4D0B-4124-B8D8-EE2D25230B44}" dt="2026-07-23T05:23:34.598" v="765" actId="20577"/>
        <pc:sldMkLst>
          <pc:docMk/>
          <pc:sldMk cId="1034158273" sldId="273"/>
        </pc:sldMkLst>
        <pc:spChg chg="mod">
          <ac:chgData name="Jothika M" userId="0302d2f413a67ea0" providerId="LiveId" clId="{ECA9D928-4D0B-4124-B8D8-EE2D25230B44}" dt="2026-07-23T05:23:34.598" v="765" actId="20577"/>
          <ac:spMkLst>
            <pc:docMk/>
            <pc:sldMk cId="1034158273" sldId="273"/>
            <ac:spMk id="10" creationId="{BCA794E4-3D1E-3607-A03E-65D3B4E51143}"/>
          </ac:spMkLst>
        </pc:spChg>
        <pc:picChg chg="add mod">
          <ac:chgData name="Jothika M" userId="0302d2f413a67ea0" providerId="LiveId" clId="{ECA9D928-4D0B-4124-B8D8-EE2D25230B44}" dt="2026-07-23T05:21:24.902" v="723" actId="14100"/>
          <ac:picMkLst>
            <pc:docMk/>
            <pc:sldMk cId="1034158273" sldId="273"/>
            <ac:picMk id="2" creationId="{E4C2C7B8-878C-0722-46C8-56B3D836200B}"/>
          </ac:picMkLst>
        </pc:picChg>
      </pc:sldChg>
      <pc:sldChg chg="addSp delSp modSp add mod">
        <pc:chgData name="Jothika M" userId="0302d2f413a67ea0" providerId="LiveId" clId="{ECA9D928-4D0B-4124-B8D8-EE2D25230B44}" dt="2026-07-23T05:23:19.747" v="764" actId="1076"/>
        <pc:sldMkLst>
          <pc:docMk/>
          <pc:sldMk cId="4028902062" sldId="274"/>
        </pc:sldMkLst>
        <pc:spChg chg="mod">
          <ac:chgData name="Jothika M" userId="0302d2f413a67ea0" providerId="LiveId" clId="{ECA9D928-4D0B-4124-B8D8-EE2D25230B44}" dt="2026-07-23T05:23:04.104" v="757" actId="20577"/>
          <ac:spMkLst>
            <pc:docMk/>
            <pc:sldMk cId="4028902062" sldId="274"/>
            <ac:spMk id="10" creationId="{2AEB2C56-5696-8C89-C598-45093386CCEB}"/>
          </ac:spMkLst>
        </pc:spChg>
        <pc:picChg chg="del">
          <ac:chgData name="Jothika M" userId="0302d2f413a67ea0" providerId="LiveId" clId="{ECA9D928-4D0B-4124-B8D8-EE2D25230B44}" dt="2026-07-23T05:21:41.933" v="727" actId="478"/>
          <ac:picMkLst>
            <pc:docMk/>
            <pc:sldMk cId="4028902062" sldId="274"/>
            <ac:picMk id="2" creationId="{C4FC126C-D62A-7939-4107-0EB100DDE2FF}"/>
          </ac:picMkLst>
        </pc:picChg>
        <pc:picChg chg="mod">
          <ac:chgData name="Jothika M" userId="0302d2f413a67ea0" providerId="LiveId" clId="{ECA9D928-4D0B-4124-B8D8-EE2D25230B44}" dt="2026-07-23T05:22:41.384" v="751" actId="1076"/>
          <ac:picMkLst>
            <pc:docMk/>
            <pc:sldMk cId="4028902062" sldId="274"/>
            <ac:picMk id="3" creationId="{3AD92E7B-A205-E37E-5B11-C5B7EC92E10A}"/>
          </ac:picMkLst>
        </pc:picChg>
        <pc:picChg chg="add mod">
          <ac:chgData name="Jothika M" userId="0302d2f413a67ea0" providerId="LiveId" clId="{ECA9D928-4D0B-4124-B8D8-EE2D25230B44}" dt="2026-07-23T05:23:19.747" v="764" actId="1076"/>
          <ac:picMkLst>
            <pc:docMk/>
            <pc:sldMk cId="4028902062" sldId="274"/>
            <ac:picMk id="4" creationId="{6F80F4DC-2FC3-B75B-8FF7-FBCCA66E86C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FD6B8-F16E-4252-AA65-BBC10347FB06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162B9A-5C8D-492E-BCB1-AF35B372487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744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44BC-B8CC-4F4D-8BFB-8B963CA6C878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107CA68-6375-42ED-A572-55667BB300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64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44BC-B8CC-4F4D-8BFB-8B963CA6C878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7CA68-6375-42ED-A572-55667BB300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902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44BC-B8CC-4F4D-8BFB-8B963CA6C878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107CA68-6375-42ED-A572-55667BB300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073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44BC-B8CC-4F4D-8BFB-8B963CA6C878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107CA68-6375-42ED-A572-55667BB300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092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44BC-B8CC-4F4D-8BFB-8B963CA6C878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107CA68-6375-42ED-A572-55667BB300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229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44BC-B8CC-4F4D-8BFB-8B963CA6C878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7CA68-6375-42ED-A572-55667BB300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64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44BC-B8CC-4F4D-8BFB-8B963CA6C878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7CA68-6375-42ED-A572-55667BB300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968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44BC-B8CC-4F4D-8BFB-8B963CA6C878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7CA68-6375-42ED-A572-55667BB300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16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44BC-B8CC-4F4D-8BFB-8B963CA6C878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107CA68-6375-42ED-A572-55667BB300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44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44BC-B8CC-4F4D-8BFB-8B963CA6C878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107CA68-6375-42ED-A572-55667BB300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572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44BC-B8CC-4F4D-8BFB-8B963CA6C878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107CA68-6375-42ED-A572-55667BB30024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0926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44BC-B8CC-4F4D-8BFB-8B963CA6C878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107CA68-6375-42ED-A572-55667BB300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598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44BC-B8CC-4F4D-8BFB-8B963CA6C878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107CA68-6375-42ED-A572-55667BB30024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2996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44BC-B8CC-4F4D-8BFB-8B963CA6C878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107CA68-6375-42ED-A572-55667BB300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242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44BC-B8CC-4F4D-8BFB-8B963CA6C878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7CA68-6375-42ED-A572-55667BB300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30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44BC-B8CC-4F4D-8BFB-8B963CA6C878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7CA68-6375-42ED-A572-55667BB300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72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A44BC-B8CC-4F4D-8BFB-8B963CA6C878}" type="datetimeFigureOut">
              <a:rPr lang="en-IN" smtClean="0"/>
              <a:pPr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107CA68-6375-42ED-A572-55667BB300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235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CD1726-1E00-A9EE-1658-085D8A42DDB0}"/>
              </a:ext>
            </a:extLst>
          </p:cNvPr>
          <p:cNvSpPr txBox="1"/>
          <p:nvPr/>
        </p:nvSpPr>
        <p:spPr>
          <a:xfrm>
            <a:off x="2687014" y="2321638"/>
            <a:ext cx="813987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2: Data Preprocessing using Python</a:t>
            </a:r>
            <a:endParaRPr lang="en-IN" sz="44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AD6E97-D43C-54C1-2F74-B6180A35B3AB}"/>
              </a:ext>
            </a:extLst>
          </p:cNvPr>
          <p:cNvSpPr txBox="1"/>
          <p:nvPr/>
        </p:nvSpPr>
        <p:spPr>
          <a:xfrm>
            <a:off x="6604000" y="4719428"/>
            <a:ext cx="54017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Jothika 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Number: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192324235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. Tech (AI &amp; DS)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2023–2027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02804D-6244-5B4C-C421-3F05D421E6D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15159" y="250959"/>
            <a:ext cx="10342304" cy="13320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400F6E-BA0E-9218-3EDD-77F6EC6AF802}"/>
              </a:ext>
            </a:extLst>
          </p:cNvPr>
          <p:cNvSpPr txBox="1"/>
          <p:nvPr/>
        </p:nvSpPr>
        <p:spPr>
          <a:xfrm>
            <a:off x="3643424" y="3843698"/>
            <a:ext cx="85485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</a:t>
            </a:r>
            <a:r>
              <a:rPr lang="en-IN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405 – FUNDAMENTALS OF DATA SCIENCE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0B562-D295-DA87-185C-32D2E19A1CB7}"/>
              </a:ext>
            </a:extLst>
          </p:cNvPr>
          <p:cNvSpPr txBox="1"/>
          <p:nvPr/>
        </p:nvSpPr>
        <p:spPr>
          <a:xfrm>
            <a:off x="2777245" y="4719428"/>
            <a:ext cx="30690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M.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Krishnaraj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8811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E147D2-DF9B-7675-A574-9E8D2AF50F6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7497" y="402183"/>
            <a:ext cx="1158340" cy="9510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68AD18-5D77-7706-45FD-966A6118C05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803544" y="402183"/>
            <a:ext cx="835224" cy="9510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480FF7-0D97-F2D8-CB70-BBAF5EFA8F21}"/>
              </a:ext>
            </a:extLst>
          </p:cNvPr>
          <p:cNvSpPr txBox="1"/>
          <p:nvPr/>
        </p:nvSpPr>
        <p:spPr>
          <a:xfrm>
            <a:off x="3351584" y="292937"/>
            <a:ext cx="76340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6561" y="881143"/>
            <a:ext cx="79449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What is Data Preprocessing?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Data preprocessing is the process of cleaning, organizing, and transforming raw data into a useful format before analysis.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72467" y="2069281"/>
            <a:ext cx="762433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Why is it Important?</a:t>
            </a:r>
          </a:p>
          <a:p>
            <a:pPr lvl="1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Improves data quality </a:t>
            </a:r>
          </a:p>
          <a:p>
            <a:pPr lvl="1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Removes errors and duplicates </a:t>
            </a:r>
          </a:p>
          <a:p>
            <a:pPr lvl="1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Handles missing values </a:t>
            </a:r>
          </a:p>
          <a:p>
            <a:pPr lvl="1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Converts raw data into meaningful information </a:t>
            </a:r>
          </a:p>
          <a:p>
            <a:pPr lvl="1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Improves model accuracy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6561" y="4120543"/>
            <a:ext cx="380807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Main Steps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Reading Data 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Selecting Data 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Filtering Missing Values 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Sorting 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Grouping 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Ranking 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Visualization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445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C4BF-255E-15BE-3B91-1E25F1305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097" y="462298"/>
            <a:ext cx="8587540" cy="537163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5479D4-77F3-3621-C58A-D72BA22BC0E6}"/>
              </a:ext>
            </a:extLst>
          </p:cNvPr>
          <p:cNvSpPr txBox="1"/>
          <p:nvPr/>
        </p:nvSpPr>
        <p:spPr>
          <a:xfrm>
            <a:off x="2075168" y="1112359"/>
            <a:ext cx="9101397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Manipulation?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 means modifying data into a useful format.</a:t>
            </a:r>
          </a:p>
          <a:p>
            <a:pPr lvl="5"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</a:p>
          <a:p>
            <a:pPr lvl="5"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Reading Data</a:t>
            </a:r>
          </a:p>
          <a:p>
            <a:pPr lvl="5"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Selecting Data</a:t>
            </a:r>
          </a:p>
          <a:p>
            <a:pPr lvl="5"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Filtering Data</a:t>
            </a:r>
          </a:p>
          <a:p>
            <a:pPr lvl="5"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Sorting</a:t>
            </a:r>
          </a:p>
          <a:p>
            <a:pPr lvl="5"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Grouping</a:t>
            </a:r>
          </a:p>
          <a:p>
            <a:pPr lvl="5"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Ranking</a:t>
            </a:r>
          </a:p>
          <a:p>
            <a:pPr lvl="5"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Plotting</a:t>
            </a:r>
          </a:p>
          <a:p>
            <a:pPr lvl="1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Google Shape;264;p10">
            <a:extLst>
              <a:ext uri="{FF2B5EF4-FFF2-40B4-BE49-F238E27FC236}">
                <a16:creationId xmlns:a16="http://schemas.microsoft.com/office/drawing/2014/main" id="{4F1B447B-C781-C43D-18F2-7A80F3C34B5C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3;p10">
            <a:extLst>
              <a:ext uri="{FF2B5EF4-FFF2-40B4-BE49-F238E27FC236}">
                <a16:creationId xmlns:a16="http://schemas.microsoft.com/office/drawing/2014/main" id="{9B61F990-A9C0-2323-F70F-28BE2DC7E9A9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8491D1-33D3-846A-3B27-9A9FC57F2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86125"/>
              </p:ext>
            </p:extLst>
          </p:nvPr>
        </p:nvGraphicFramePr>
        <p:xfrm>
          <a:off x="7981507" y="3845006"/>
          <a:ext cx="3155724" cy="2550696"/>
        </p:xfrm>
        <a:graphic>
          <a:graphicData uri="http://schemas.openxmlformats.org/drawingml/2006/table">
            <a:tbl>
              <a:tblPr/>
              <a:tblGrid>
                <a:gridCol w="1577862">
                  <a:extLst>
                    <a:ext uri="{9D8B030D-6E8A-4147-A177-3AD203B41FA5}">
                      <a16:colId xmlns:a16="http://schemas.microsoft.com/office/drawing/2014/main" val="2787545580"/>
                    </a:ext>
                  </a:extLst>
                </a:gridCol>
                <a:gridCol w="1577862">
                  <a:extLst>
                    <a:ext uri="{9D8B030D-6E8A-4147-A177-3AD203B41FA5}">
                      <a16:colId xmlns:a16="http://schemas.microsoft.com/office/drawing/2014/main" val="817546679"/>
                    </a:ext>
                  </a:extLst>
                </a:gridCol>
              </a:tblGrid>
              <a:tr h="406672"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sz="2400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b">
                    <a:lnL w="12700" cap="flat" cmpd="sng" algn="ctr">
                      <a:solidFill>
                        <a:srgbClr val="38F3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F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F3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sz="2400" b="1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</a:t>
                      </a:r>
                    </a:p>
                  </a:txBody>
                  <a:tcPr anchor="b">
                    <a:lnL w="12700" cap="flat" cmpd="sng" algn="ctr">
                      <a:solidFill>
                        <a:srgbClr val="98F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F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8F0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4250"/>
                  </a:ext>
                </a:extLst>
              </a:tr>
              <a:tr h="649704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8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233263"/>
                  </a:ext>
                </a:extLst>
              </a:tr>
              <a:tr h="649704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8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F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F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438491"/>
                  </a:ext>
                </a:extLst>
              </a:tr>
              <a:tr h="844616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David</a:t>
                      </a:r>
                    </a:p>
                  </a:txBody>
                  <a:tcPr marB="182880" anchor="ctr">
                    <a:lnL w="12700" cap="flat" cmpd="sng" algn="ctr">
                      <a:solidFill>
                        <a:srgbClr val="D0F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F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F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F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</a:t>
                      </a:r>
                    </a:p>
                  </a:txBody>
                  <a:tcPr marB="182880" anchor="ctr">
                    <a:lnL w="12700" cap="flat" cmpd="sng" algn="ctr">
                      <a:solidFill>
                        <a:srgbClr val="D0F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F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F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F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051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4EB4B0D-B31E-1D96-BB86-804D068CE988}"/>
              </a:ext>
            </a:extLst>
          </p:cNvPr>
          <p:cNvSpPr txBox="1"/>
          <p:nvPr/>
        </p:nvSpPr>
        <p:spPr>
          <a:xfrm>
            <a:off x="7900157" y="2913982"/>
            <a:ext cx="3019480" cy="93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indent="0" algn="l">
              <a:buNone/>
            </a:pPr>
            <a:r>
              <a:rPr lang="en-IN" sz="26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Dataset</a:t>
            </a:r>
          </a:p>
        </p:txBody>
      </p:sp>
    </p:spTree>
    <p:extLst>
      <p:ext uri="{BB962C8B-B14F-4D97-AF65-F5344CB8AC3E}">
        <p14:creationId xmlns:p14="http://schemas.microsoft.com/office/powerpoint/2010/main" val="1948743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2460C-D0A9-633B-554D-A696B2872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67AD05A-EA8F-B9E5-C9AE-967C6D06A294}"/>
              </a:ext>
            </a:extLst>
          </p:cNvPr>
          <p:cNvSpPr txBox="1"/>
          <p:nvPr/>
        </p:nvSpPr>
        <p:spPr>
          <a:xfrm>
            <a:off x="2398398" y="634409"/>
            <a:ext cx="910139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Data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data means importing data from files, databases, or online sources into Python.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library is commonly used.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File Formats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Functions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("students.csv")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Excel file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pd.read_excel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("students.xlsx")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Google Shape;264;p10">
            <a:extLst>
              <a:ext uri="{FF2B5EF4-FFF2-40B4-BE49-F238E27FC236}">
                <a16:creationId xmlns:a16="http://schemas.microsoft.com/office/drawing/2014/main" id="{4DAF23A4-B4AE-FA7E-77E0-7BB5BAD1C8BC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3;p10">
            <a:extLst>
              <a:ext uri="{FF2B5EF4-FFF2-40B4-BE49-F238E27FC236}">
                <a16:creationId xmlns:a16="http://schemas.microsoft.com/office/drawing/2014/main" id="{D145A595-5D42-069F-362D-09FA28A3CEF0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9996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EB69E-6E99-AFD2-5522-A031BA224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264;p10">
            <a:extLst>
              <a:ext uri="{FF2B5EF4-FFF2-40B4-BE49-F238E27FC236}">
                <a16:creationId xmlns:a16="http://schemas.microsoft.com/office/drawing/2014/main" id="{42E9B6B2-105E-9E97-BB48-0A5BE5521BF0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3;p10">
            <a:extLst>
              <a:ext uri="{FF2B5EF4-FFF2-40B4-BE49-F238E27FC236}">
                <a16:creationId xmlns:a16="http://schemas.microsoft.com/office/drawing/2014/main" id="{D75A4779-5E37-0637-995B-74C5A6968C28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72F4AD-D53A-53F1-6B9B-91E03E6C2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136465"/>
              </p:ext>
            </p:extLst>
          </p:nvPr>
        </p:nvGraphicFramePr>
        <p:xfrm>
          <a:off x="2396656" y="1330305"/>
          <a:ext cx="8915400" cy="4975665"/>
        </p:xfrm>
        <a:graphic>
          <a:graphicData uri="http://schemas.openxmlformats.org/drawingml/2006/table">
            <a:tbl>
              <a:tblPr/>
              <a:tblGrid>
                <a:gridCol w="4457700">
                  <a:extLst>
                    <a:ext uri="{9D8B030D-6E8A-4147-A177-3AD203B41FA5}">
                      <a16:colId xmlns:a16="http://schemas.microsoft.com/office/drawing/2014/main" val="1172124842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693789517"/>
                    </a:ext>
                  </a:extLst>
                </a:gridCol>
              </a:tblGrid>
              <a:tr h="498495"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sz="2400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</a:p>
                  </a:txBody>
                  <a:tcPr anchor="b">
                    <a:lnL w="12700" cap="flat" cmpd="sng" algn="ctr">
                      <a:solidFill>
                        <a:srgbClr val="80D6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D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D6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D9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sz="2400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b">
                    <a:lnL w="12700" cap="flat" cmpd="sng" algn="ctr">
                      <a:solidFill>
                        <a:srgbClr val="00D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D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D8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D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960522"/>
                  </a:ext>
                </a:extLst>
              </a:tr>
              <a:tr h="777925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read_csv()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0D9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D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D9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6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CSV File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0D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D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D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231460"/>
                  </a:ext>
                </a:extLst>
              </a:tr>
              <a:tr h="744326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read_excel</a:t>
                      </a: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6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6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Excel File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9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D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585864"/>
                  </a:ext>
                </a:extLst>
              </a:tr>
              <a:tr h="792007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read_table</a:t>
                      </a: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9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D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D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Tabular File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0D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D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D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7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093000"/>
                  </a:ext>
                </a:extLst>
              </a:tr>
              <a:tr h="707608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read_json</a:t>
                      </a: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0D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D7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DA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JSON File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D7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D7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D7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6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44869"/>
                  </a:ext>
                </a:extLst>
              </a:tr>
              <a:tr h="724809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read_sql()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9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6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B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Database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6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6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6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B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720610"/>
                  </a:ext>
                </a:extLst>
              </a:tr>
              <a:tr h="730495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read_clipboard()</a:t>
                      </a:r>
                    </a:p>
                  </a:txBody>
                  <a:tcPr marB="182880" anchor="ctr">
                    <a:lnL w="12700" cap="flat" cmpd="sng" algn="ctr">
                      <a:solidFill>
                        <a:srgbClr val="F8B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B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B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B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Clipboard Data</a:t>
                      </a:r>
                    </a:p>
                  </a:txBody>
                  <a:tcPr marB="182880" anchor="ctr">
                    <a:lnL w="12700" cap="flat" cmpd="sng" algn="ctr">
                      <a:solidFill>
                        <a:srgbClr val="F8B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B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B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B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89439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CE6DCBA-CC35-7D3D-4A78-2CFC953DD89E}"/>
              </a:ext>
            </a:extLst>
          </p:cNvPr>
          <p:cNvSpPr txBox="1"/>
          <p:nvPr/>
        </p:nvSpPr>
        <p:spPr>
          <a:xfrm>
            <a:off x="2345856" y="85844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Reading Functions</a:t>
            </a:r>
          </a:p>
        </p:txBody>
      </p:sp>
    </p:spTree>
    <p:extLst>
      <p:ext uri="{BB962C8B-B14F-4D97-AF65-F5344CB8AC3E}">
        <p14:creationId xmlns:p14="http://schemas.microsoft.com/office/powerpoint/2010/main" val="1309888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0F358-AFF8-2BF9-3588-B018BAADA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264;p10">
            <a:extLst>
              <a:ext uri="{FF2B5EF4-FFF2-40B4-BE49-F238E27FC236}">
                <a16:creationId xmlns:a16="http://schemas.microsoft.com/office/drawing/2014/main" id="{AC47650B-EF08-D4B6-764F-F97C79BB1FE9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3;p10">
            <a:extLst>
              <a:ext uri="{FF2B5EF4-FFF2-40B4-BE49-F238E27FC236}">
                <a16:creationId xmlns:a16="http://schemas.microsoft.com/office/drawing/2014/main" id="{D9DBC6DF-12C5-D1FE-AE00-9E7783B91BD4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399070-3854-5381-FCE2-1680B7EED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601747"/>
              </p:ext>
            </p:extLst>
          </p:nvPr>
        </p:nvGraphicFramePr>
        <p:xfrm>
          <a:off x="3048000" y="2590801"/>
          <a:ext cx="8915400" cy="2753175"/>
        </p:xfrm>
        <a:graphic>
          <a:graphicData uri="http://schemas.openxmlformats.org/drawingml/2006/table">
            <a:tbl>
              <a:tblPr/>
              <a:tblGrid>
                <a:gridCol w="4457700">
                  <a:extLst>
                    <a:ext uri="{9D8B030D-6E8A-4147-A177-3AD203B41FA5}">
                      <a16:colId xmlns:a16="http://schemas.microsoft.com/office/drawing/2014/main" val="4257071344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502355827"/>
                    </a:ext>
                  </a:extLst>
                </a:gridCol>
              </a:tblGrid>
              <a:tr h="389467"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b">
                    <a:lnL w="12700" cap="flat" cmpd="sng" algn="ctr">
                      <a:solidFill>
                        <a:srgbClr val="6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7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7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</a:t>
                      </a:r>
                    </a:p>
                  </a:txBody>
                  <a:tcPr anchor="b">
                    <a:lnL w="12700" cap="flat" cmpd="sng" algn="ctr">
                      <a:solidFill>
                        <a:srgbClr val="607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7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7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259912"/>
                  </a:ext>
                </a:extLst>
              </a:tr>
              <a:tr h="468692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7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7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579823"/>
                  </a:ext>
                </a:extLst>
              </a:tr>
              <a:tr h="453379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John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7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523424"/>
                  </a:ext>
                </a:extLst>
              </a:tr>
              <a:tr h="455377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7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7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07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7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7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347697"/>
                  </a:ext>
                </a:extLst>
              </a:tr>
              <a:tr h="483340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7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7B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4E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79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4E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398682"/>
                  </a:ext>
                </a:extLst>
              </a:tr>
              <a:tr h="472625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Pari</a:t>
                      </a:r>
                    </a:p>
                  </a:txBody>
                  <a:tcPr marB="182880" anchor="ctr">
                    <a:lnL w="12700" cap="flat" cmpd="sng" algn="ctr">
                      <a:solidFill>
                        <a:srgbClr val="584E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4E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4E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4E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 marB="182880" anchor="ctr">
                    <a:lnL w="12700" cap="flat" cmpd="sng" algn="ctr">
                      <a:solidFill>
                        <a:srgbClr val="584E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4E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4E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4E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24889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369F03C-561E-9272-F554-057FF60ECB5E}"/>
              </a:ext>
            </a:extLst>
          </p:cNvPr>
          <p:cNvSpPr txBox="1"/>
          <p:nvPr/>
        </p:nvSpPr>
        <p:spPr>
          <a:xfrm>
            <a:off x="3048000" y="280151"/>
            <a:ext cx="6096000" cy="6824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Viewing and Exploring Data</a:t>
            </a:r>
          </a:p>
          <a:p>
            <a:pPr indent="0" algn="l">
              <a:buNone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Once the dataset is imported, we examine its contents.</a:t>
            </a:r>
          </a:p>
          <a:p>
            <a:pPr marL="0" marR="0" indent="0" algn="l"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head()</a:t>
            </a:r>
          </a:p>
          <a:p>
            <a:pPr indent="0" algn="l">
              <a:buNone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first 5 rows.</a:t>
            </a:r>
          </a:p>
          <a:p>
            <a:pPr marL="0" marR="0" indent="0" algn="l"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000" b="0" i="0" dirty="0" err="1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2000" b="0" i="0" dirty="0" err="1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0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indent="0" algn="l">
              <a:buNone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l">
              <a:spcAft>
                <a:spcPts val="300"/>
              </a:spcAft>
              <a:buNone/>
            </a:pPr>
            <a:r>
              <a:rPr lang="en-IN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tail()</a:t>
            </a:r>
          </a:p>
          <a:p>
            <a:pPr indent="0" algn="l">
              <a:buNone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last 5 rows.</a:t>
            </a:r>
          </a:p>
          <a:p>
            <a:pPr marL="0" marR="0" indent="0"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000" b="0" i="0" dirty="0" err="1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2000" b="0" i="0" dirty="0" err="1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0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tail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420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8C9A9-DA87-6E15-7408-BB6C7CD97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264;p10">
            <a:extLst>
              <a:ext uri="{FF2B5EF4-FFF2-40B4-BE49-F238E27FC236}">
                <a16:creationId xmlns:a16="http://schemas.microsoft.com/office/drawing/2014/main" id="{AF8A34D5-33C4-2F07-3316-0BEADDA8D29D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3;p10">
            <a:extLst>
              <a:ext uri="{FF2B5EF4-FFF2-40B4-BE49-F238E27FC236}">
                <a16:creationId xmlns:a16="http://schemas.microsoft.com/office/drawing/2014/main" id="{697358F8-BB91-98BB-C40A-1ACD17539B47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29A1A34-9E11-4C1E-D6DA-2EA76B2AE657}"/>
              </a:ext>
            </a:extLst>
          </p:cNvPr>
          <p:cNvSpPr txBox="1"/>
          <p:nvPr/>
        </p:nvSpPr>
        <p:spPr>
          <a:xfrm>
            <a:off x="2467709" y="634409"/>
            <a:ext cx="609600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rows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columns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edu.info()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describe()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statistical summary of numerical columns.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  <a:p>
            <a:pPr lvl="1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edu.describe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returns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75%</a:t>
            </a:r>
          </a:p>
          <a:p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1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294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2839C-94BD-2485-98D6-714C2211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9DB807D-5916-4750-9D8D-15D1CC91FF66}"/>
              </a:ext>
            </a:extLst>
          </p:cNvPr>
          <p:cNvSpPr txBox="1"/>
          <p:nvPr/>
        </p:nvSpPr>
        <p:spPr>
          <a:xfrm>
            <a:off x="2289067" y="634409"/>
            <a:ext cx="9101397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Selection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means extracting only the required rows or columns from a dataset.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Columns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["Name"]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Columns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[["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Name","Marks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"]]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Rows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df.iloc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Labels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df.loc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Selection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scoring above 80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["Marks"]&gt;80]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unnecessary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data exploration</a:t>
            </a:r>
          </a:p>
        </p:txBody>
      </p:sp>
      <p:pic>
        <p:nvPicPr>
          <p:cNvPr id="15" name="Google Shape;264;p10">
            <a:extLst>
              <a:ext uri="{FF2B5EF4-FFF2-40B4-BE49-F238E27FC236}">
                <a16:creationId xmlns:a16="http://schemas.microsoft.com/office/drawing/2014/main" id="{3EBB12BD-5523-EF63-8067-99F54F4AEA75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3;p10">
            <a:extLst>
              <a:ext uri="{FF2B5EF4-FFF2-40B4-BE49-F238E27FC236}">
                <a16:creationId xmlns:a16="http://schemas.microsoft.com/office/drawing/2014/main" id="{264BDF6C-1158-9FA0-B0E4-9F717C6B897A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4531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7ECE-5D30-4EA4-C49F-76E28180A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736" y="476006"/>
            <a:ext cx="8690104" cy="6225534"/>
          </a:xfrm>
        </p:spPr>
        <p:txBody>
          <a:bodyPr>
            <a:noAutofit/>
          </a:bodyPr>
          <a:lstStyle/>
          <a:p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Filtering Missing Data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Missing Data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Missing values occur when information is unavailable.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264;p10">
            <a:extLst>
              <a:ext uri="{FF2B5EF4-FFF2-40B4-BE49-F238E27FC236}">
                <a16:creationId xmlns:a16="http://schemas.microsoft.com/office/drawing/2014/main" id="{908C946D-1EC7-1766-D382-A25DA011D227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l="50128" r="33632"/>
          <a:stretch/>
        </p:blipFill>
        <p:spPr>
          <a:xfrm>
            <a:off x="97411" y="183756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63;p10">
            <a:extLst>
              <a:ext uri="{FF2B5EF4-FFF2-40B4-BE49-F238E27FC236}">
                <a16:creationId xmlns:a16="http://schemas.microsoft.com/office/drawing/2014/main" id="{E23FBA4D-1C56-D880-F9B4-2C290107EEA7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CBBC2E-B375-650E-05C4-5033B362CC2C}"/>
              </a:ext>
            </a:extLst>
          </p:cNvPr>
          <p:cNvSpPr txBox="1"/>
          <p:nvPr/>
        </p:nvSpPr>
        <p:spPr>
          <a:xfrm>
            <a:off x="2655736" y="1863601"/>
            <a:ext cx="6096000" cy="4519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300"/>
              </a:spcAft>
              <a:buNone/>
            </a:pPr>
            <a:r>
              <a:rPr lang="en-IN" sz="2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 Missing Values</a:t>
            </a:r>
          </a:p>
          <a:p>
            <a:pPr marL="0" marR="0" indent="0"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200" b="0" i="0" dirty="0" err="1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2200" b="0" i="0" dirty="0" err="1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2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isnull</a:t>
            </a: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l">
              <a:spcAft>
                <a:spcPts val="300"/>
              </a:spcAft>
              <a:buNone/>
            </a:pPr>
            <a:r>
              <a:rPr lang="en-IN" sz="2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 Missing Values</a:t>
            </a:r>
          </a:p>
          <a:p>
            <a:pPr marL="0" marR="0" indent="0"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200" b="0" i="0" dirty="0" err="1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2200" b="0" i="0" dirty="0" err="1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2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isnull</a:t>
            </a: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IN" sz="2200" b="0" i="0" dirty="0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sum()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l">
              <a:spcAft>
                <a:spcPts val="300"/>
              </a:spcAft>
              <a:buNone/>
            </a:pPr>
            <a:r>
              <a:rPr lang="en-IN" sz="2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 Missing Values</a:t>
            </a:r>
          </a:p>
          <a:p>
            <a:pPr marL="0" marR="0" indent="0"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200" b="0" i="0" dirty="0" err="1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2200" b="0" i="0" dirty="0" err="1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2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dropna</a:t>
            </a: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indent="0" algn="l">
              <a:buNone/>
            </a:pP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Removes rows containing missing values.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l">
              <a:spcAft>
                <a:spcPts val="300"/>
              </a:spcAft>
              <a:buNone/>
            </a:pPr>
            <a:r>
              <a:rPr lang="en-IN" sz="22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Fill Missing Values</a:t>
            </a:r>
          </a:p>
          <a:p>
            <a:pPr indent="0" algn="l">
              <a:buNone/>
            </a:pP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Zero</a:t>
            </a:r>
          </a:p>
          <a:p>
            <a:pPr marL="0" marR="0" indent="0"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200" b="0" i="0" dirty="0" err="1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2200" b="0" i="0" dirty="0" err="1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2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fillna</a:t>
            </a: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200" b="0" i="0" dirty="0">
                <a:solidFill>
                  <a:srgbClr val="AC4F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indent="0" algn="l">
              <a:buNone/>
            </a:pP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Mean</a:t>
            </a:r>
          </a:p>
          <a:p>
            <a:pPr marL="0" marR="0" indent="0"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200" b="0" i="0" dirty="0" err="1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200" b="0" i="0" dirty="0">
                <a:solidFill>
                  <a:srgbClr val="3A843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"VALUE"</a:t>
            </a: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IN" sz="2200" b="0" i="0" dirty="0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2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fillna</a:t>
            </a: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200" b="0" i="0" dirty="0" err="1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200" b="0" i="0" dirty="0">
                <a:solidFill>
                  <a:srgbClr val="3A843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"VALUE"</a:t>
            </a: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IN" sz="2200" b="0" i="0" dirty="0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2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mean())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184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7D5EF-2C71-ED2D-F0F0-30C35160D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48AFA65-54FA-55A0-B5EB-C90411D1BC67}"/>
              </a:ext>
            </a:extLst>
          </p:cNvPr>
          <p:cNvSpPr txBox="1"/>
          <p:nvPr/>
        </p:nvSpPr>
        <p:spPr>
          <a:xfrm>
            <a:off x="2289067" y="634409"/>
            <a:ext cx="910139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Data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arranges records in ascending or descending order.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Ascending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edu.sort_values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("VALUE")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Descending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edu.sort_values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VALUE",ascending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=False)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Columns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edu.sort_values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(["TIME","VALUE"])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Marks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Salary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Price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Report</a:t>
            </a:r>
          </a:p>
        </p:txBody>
      </p:sp>
      <p:pic>
        <p:nvPicPr>
          <p:cNvPr id="15" name="Google Shape;264;p10">
            <a:extLst>
              <a:ext uri="{FF2B5EF4-FFF2-40B4-BE49-F238E27FC236}">
                <a16:creationId xmlns:a16="http://schemas.microsoft.com/office/drawing/2014/main" id="{18FD032E-B9A1-2325-F08F-2E05AC5E525B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3;p10">
            <a:extLst>
              <a:ext uri="{FF2B5EF4-FFF2-40B4-BE49-F238E27FC236}">
                <a16:creationId xmlns:a16="http://schemas.microsoft.com/office/drawing/2014/main" id="{E86B06D4-A353-5848-A8FF-6C12CC919A80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2556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D3610-A9DD-AF87-AD62-E42F3899A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264;p10">
            <a:extLst>
              <a:ext uri="{FF2B5EF4-FFF2-40B4-BE49-F238E27FC236}">
                <a16:creationId xmlns:a16="http://schemas.microsoft.com/office/drawing/2014/main" id="{AA097502-ACDF-C874-8816-3AC3BBF038FE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3;p10">
            <a:extLst>
              <a:ext uri="{FF2B5EF4-FFF2-40B4-BE49-F238E27FC236}">
                <a16:creationId xmlns:a16="http://schemas.microsoft.com/office/drawing/2014/main" id="{EDE895FC-5510-4FF0-ADB0-1519D6FE3085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613DC1-D3C6-BA96-3A87-AB1426335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001532"/>
              </p:ext>
            </p:extLst>
          </p:nvPr>
        </p:nvGraphicFramePr>
        <p:xfrm>
          <a:off x="2661920" y="2730500"/>
          <a:ext cx="6014720" cy="1516380"/>
        </p:xfrm>
        <a:graphic>
          <a:graphicData uri="http://schemas.openxmlformats.org/drawingml/2006/table">
            <a:tbl>
              <a:tblPr/>
              <a:tblGrid>
                <a:gridCol w="3007360">
                  <a:extLst>
                    <a:ext uri="{9D8B030D-6E8A-4147-A177-3AD203B41FA5}">
                      <a16:colId xmlns:a16="http://schemas.microsoft.com/office/drawing/2014/main" val="2190858503"/>
                    </a:ext>
                  </a:extLst>
                </a:gridCol>
                <a:gridCol w="3007360">
                  <a:extLst>
                    <a:ext uri="{9D8B030D-6E8A-4147-A177-3AD203B41FA5}">
                      <a16:colId xmlns:a16="http://schemas.microsoft.com/office/drawing/2014/main" val="4225611120"/>
                    </a:ext>
                  </a:extLst>
                </a:gridCol>
              </a:tblGrid>
              <a:tr h="250124"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anchor="b">
                    <a:lnL w="12700" cap="flat" cmpd="sng" algn="ctr">
                      <a:solidFill>
                        <a:srgbClr val="88A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B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A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2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Value</a:t>
                      </a:r>
                    </a:p>
                  </a:txBody>
                  <a:tcPr anchor="b">
                    <a:lnL w="12700" cap="flat" cmpd="sng" algn="ctr">
                      <a:solidFill>
                        <a:srgbClr val="A8B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8B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8B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8AE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417626"/>
                  </a:ext>
                </a:extLst>
              </a:tr>
              <a:tr h="375187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B2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AE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2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A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8AE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8AE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8AE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A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038384"/>
                  </a:ext>
                </a:extLst>
              </a:tr>
              <a:tr h="375187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Canada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8A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A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A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8A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A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AF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681101"/>
                  </a:ext>
                </a:extLst>
              </a:tr>
              <a:tr h="515882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</a:t>
                      </a:r>
                    </a:p>
                  </a:txBody>
                  <a:tcPr marB="182880" anchor="ctr">
                    <a:lnL w="12700" cap="flat" cmpd="sng" algn="ctr">
                      <a:solidFill>
                        <a:srgbClr val="B850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</a:t>
                      </a:r>
                    </a:p>
                  </a:txBody>
                  <a:tcPr marB="182880" anchor="ctr">
                    <a:lnL w="12700" cap="flat" cmpd="sng" algn="ctr">
                      <a:solidFill>
                        <a:srgbClr val="B850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50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50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50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01874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FBFD73A-D577-1B87-3EFF-8F3799DBDBDE}"/>
              </a:ext>
            </a:extLst>
          </p:cNvPr>
          <p:cNvSpPr txBox="1"/>
          <p:nvPr/>
        </p:nvSpPr>
        <p:spPr>
          <a:xfrm>
            <a:off x="2436813" y="156460"/>
            <a:ext cx="5173027" cy="643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Grouping Data</a:t>
            </a:r>
          </a:p>
          <a:p>
            <a:pPr indent="0" algn="l"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Grouping combines similar records together.</a:t>
            </a:r>
          </a:p>
          <a:p>
            <a:pPr indent="0" algn="l">
              <a:buNone/>
            </a:pPr>
            <a:endParaRPr lang="en-IN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buNone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</a:p>
          <a:p>
            <a:pPr marL="0" marR="0" indent="0"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b="0" i="0" dirty="0" err="1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indent="0" algn="l"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marR="0" indent="0"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b="0" i="0" dirty="0" err="1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b="0" i="0" dirty="0" err="1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b="0" i="0" dirty="0">
                <a:solidFill>
                  <a:srgbClr val="3A843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"GEO"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)[</a:t>
            </a:r>
            <a:r>
              <a:rPr lang="en-IN" b="0" i="0" dirty="0">
                <a:solidFill>
                  <a:srgbClr val="3A843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"VALUE"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IN" b="0" i="0" dirty="0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mean()</a:t>
            </a:r>
          </a:p>
          <a:p>
            <a:pPr indent="0" algn="l"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indent="0" algn="l">
              <a:buNone/>
            </a:pPr>
            <a:endParaRPr lang="en-IN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Aggregation Functions</a:t>
            </a:r>
          </a:p>
          <a:p>
            <a:pPr marL="285750" marR="0" indent="-285750"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285750" marR="0" indent="-285750"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285750" marR="0" indent="-285750"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285750" marR="0" indent="-285750"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285750" marR="0" indent="-285750"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3753FF-BA44-39E4-C368-35B21ECC17C0}"/>
              </a:ext>
            </a:extLst>
          </p:cNvPr>
          <p:cNvSpPr txBox="1"/>
          <p:nvPr/>
        </p:nvSpPr>
        <p:spPr>
          <a:xfrm>
            <a:off x="6553200" y="5277996"/>
            <a:ext cx="6096000" cy="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marR="0" indent="0"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1800" b="0" i="0" dirty="0" err="1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1800" b="0" i="0" dirty="0" err="1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8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b="0" i="0" dirty="0">
                <a:solidFill>
                  <a:srgbClr val="3A843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"GEO"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800" b="0" i="0" dirty="0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sum()</a:t>
            </a:r>
          </a:p>
        </p:txBody>
      </p:sp>
    </p:spTree>
    <p:extLst>
      <p:ext uri="{BB962C8B-B14F-4D97-AF65-F5344CB8AC3E}">
        <p14:creationId xmlns:p14="http://schemas.microsoft.com/office/powerpoint/2010/main" val="4201593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92F4E-313D-E48B-C857-75331379A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264;p10">
            <a:extLst>
              <a:ext uri="{FF2B5EF4-FFF2-40B4-BE49-F238E27FC236}">
                <a16:creationId xmlns:a16="http://schemas.microsoft.com/office/drawing/2014/main" id="{F83136BF-1F27-090A-67EF-9AF249E16AD7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3;p10">
            <a:extLst>
              <a:ext uri="{FF2B5EF4-FFF2-40B4-BE49-F238E27FC236}">
                <a16:creationId xmlns:a16="http://schemas.microsoft.com/office/drawing/2014/main" id="{6E367658-63C7-3D47-0B05-47F576EB5102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6559F96-57AF-2F00-D3AF-030A98057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920008"/>
              </p:ext>
            </p:extLst>
          </p:nvPr>
        </p:nvGraphicFramePr>
        <p:xfrm>
          <a:off x="2817387" y="3865880"/>
          <a:ext cx="8915400" cy="147828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593866249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508418985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42037245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b">
                    <a:lnL w="12700" cap="flat" cmpd="sng" algn="ctr">
                      <a:solidFill>
                        <a:srgbClr val="706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6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</a:t>
                      </a:r>
                    </a:p>
                  </a:txBody>
                  <a:tcPr anchor="b">
                    <a:lnL w="12700" cap="flat" cmpd="sng" algn="ctr">
                      <a:solidFill>
                        <a:srgbClr val="C06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7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6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</a:p>
                  </a:txBody>
                  <a:tcPr anchor="b">
                    <a:lnL w="12700" cap="flat" cmpd="sng" algn="ctr">
                      <a:solidFill>
                        <a:srgbClr val="507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7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7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6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108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6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06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6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6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6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6A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6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682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6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6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6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E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6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6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6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103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John</a:t>
                      </a:r>
                    </a:p>
                  </a:txBody>
                  <a:tcPr marB="182880" anchor="ctr">
                    <a:lnL w="12700" cap="flat" cmpd="sng" algn="ctr">
                      <a:solidFill>
                        <a:srgbClr val="101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B="182880" anchor="ctr">
                    <a:lnL w="12700" cap="flat" cmpd="sng" algn="ctr">
                      <a:solidFill>
                        <a:srgbClr val="101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B="182880" anchor="ctr">
                    <a:lnL w="12700" cap="flat" cmpd="sng" algn="ctr">
                      <a:solidFill>
                        <a:srgbClr val="101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D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2497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FCB583B-8031-AA2E-4C06-BD4CF6695CD6}"/>
              </a:ext>
            </a:extLst>
          </p:cNvPr>
          <p:cNvSpPr txBox="1"/>
          <p:nvPr/>
        </p:nvSpPr>
        <p:spPr>
          <a:xfrm>
            <a:off x="2817387" y="722139"/>
            <a:ext cx="6096000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600"/>
              </a:spcAft>
              <a:buNone/>
            </a:pPr>
            <a: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Ranking Data</a:t>
            </a:r>
          </a:p>
          <a:p>
            <a:pPr indent="0" algn="l">
              <a:buNone/>
            </a:pPr>
            <a:r>
              <a:rPr lang="en-IN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Ranking assigns an order to values.</a:t>
            </a:r>
          </a:p>
          <a:p>
            <a:pPr indent="0" algn="l">
              <a:buNone/>
            </a:pPr>
            <a:r>
              <a:rPr lang="en-IN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marR="0" indent="0"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1800" b="0" i="0" dirty="0" err="1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800" b="0" i="0" dirty="0">
                <a:solidFill>
                  <a:srgbClr val="3A843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"Rank"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IN" sz="1800" b="0" i="0" dirty="0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0" i="0" dirty="0" err="1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800" b="0" i="0" dirty="0">
                <a:solidFill>
                  <a:srgbClr val="3A843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"VALUE"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IN" sz="1800" b="0" i="0" dirty="0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rank()</a:t>
            </a:r>
          </a:p>
          <a:p>
            <a:pPr indent="0" algn="l">
              <a:buNone/>
            </a:pPr>
            <a:r>
              <a:rPr lang="en-IN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Rank</a:t>
            </a:r>
          </a:p>
          <a:p>
            <a:pPr marL="0" marR="0" indent="0"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1800" b="0" i="0" dirty="0" err="1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800" b="0" i="0" dirty="0">
                <a:solidFill>
                  <a:srgbClr val="3A843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"Rank"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IN" sz="1800" b="0" i="0" dirty="0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0" i="0" dirty="0" err="1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800" b="0" i="0" dirty="0">
                <a:solidFill>
                  <a:srgbClr val="3A843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"VALUE"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IN" sz="1800" b="0" i="0" dirty="0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rank(</a:t>
            </a:r>
            <a:r>
              <a:rPr lang="en-IN" sz="1800" b="0" i="0" dirty="0">
                <a:solidFill>
                  <a:srgbClr val="643CA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ascending</a:t>
            </a:r>
            <a:r>
              <a:rPr lang="en-IN" sz="1800" b="0" i="0" dirty="0">
                <a:solidFill>
                  <a:srgbClr val="AB4F7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800" b="0" i="0" dirty="0">
                <a:solidFill>
                  <a:srgbClr val="AC4F2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indent="0" algn="l">
              <a:buNone/>
            </a:pPr>
            <a:r>
              <a:rPr lang="en-IN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164631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91AD4-1BEC-32FD-B835-1882054A7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BE06B54-99AE-66AB-AA23-CEC59F84323F}"/>
              </a:ext>
            </a:extLst>
          </p:cNvPr>
          <p:cNvSpPr txBox="1"/>
          <p:nvPr/>
        </p:nvSpPr>
        <p:spPr>
          <a:xfrm>
            <a:off x="2289067" y="634409"/>
            <a:ext cx="910139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Plotting Data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Plotting converts numerical data into visual graphs.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Graph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plt.plot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["VALUE"])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trends over time.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Google Shape;264;p10">
            <a:extLst>
              <a:ext uri="{FF2B5EF4-FFF2-40B4-BE49-F238E27FC236}">
                <a16:creationId xmlns:a16="http://schemas.microsoft.com/office/drawing/2014/main" id="{1921E3BE-51F0-FB2C-7F02-9C356AB1F87D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3;p10">
            <a:extLst>
              <a:ext uri="{FF2B5EF4-FFF2-40B4-BE49-F238E27FC236}">
                <a16:creationId xmlns:a16="http://schemas.microsoft.com/office/drawing/2014/main" id="{107340D6-E534-E747-F957-46823E76510D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Day 8: Data Visualization with Matplotlib (Part 1) | Medium">
            <a:extLst>
              <a:ext uri="{FF2B5EF4-FFF2-40B4-BE49-F238E27FC236}">
                <a16:creationId xmlns:a16="http://schemas.microsoft.com/office/drawing/2014/main" id="{E4F0B6B5-A199-AEE3-9D43-3C0CBF02F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00" y="3533912"/>
            <a:ext cx="5486400" cy="31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79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FD008-7EC5-8782-0F16-B7E0D990D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CA794E4-3D1E-3607-A03E-65D3B4E51143}"/>
              </a:ext>
            </a:extLst>
          </p:cNvPr>
          <p:cNvSpPr txBox="1"/>
          <p:nvPr/>
        </p:nvSpPr>
        <p:spPr>
          <a:xfrm>
            <a:off x="2289067" y="634409"/>
            <a:ext cx="910139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plt.bar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["TIME"],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["VALUE"])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categories.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Google Shape;264;p10">
            <a:extLst>
              <a:ext uri="{FF2B5EF4-FFF2-40B4-BE49-F238E27FC236}">
                <a16:creationId xmlns:a16="http://schemas.microsoft.com/office/drawing/2014/main" id="{B0B217D9-A7DA-9DF8-D508-30D519808C66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3;p10">
            <a:extLst>
              <a:ext uri="{FF2B5EF4-FFF2-40B4-BE49-F238E27FC236}">
                <a16:creationId xmlns:a16="http://schemas.microsoft.com/office/drawing/2014/main" id="{F0811EF4-3B1B-AA70-0456-DA9CD6464BD5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Sales analysis using Python Panda | by Thi Hong Cam Nguyen | Medium">
            <a:extLst>
              <a:ext uri="{FF2B5EF4-FFF2-40B4-BE49-F238E27FC236}">
                <a16:creationId xmlns:a16="http://schemas.microsoft.com/office/drawing/2014/main" id="{E4C2C7B8-878C-0722-46C8-56B3D836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908" y="2021840"/>
            <a:ext cx="5450732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58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F7C48-7A14-18C4-019F-EC63B392A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EB2C56-5696-8C89-C598-45093386CCEB}"/>
              </a:ext>
            </a:extLst>
          </p:cNvPr>
          <p:cNvSpPr txBox="1"/>
          <p:nvPr/>
        </p:nvSpPr>
        <p:spPr>
          <a:xfrm>
            <a:off x="2289067" y="634409"/>
            <a:ext cx="910139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plt.hist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["VALUE"])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frequency distribution.</a:t>
            </a:r>
          </a:p>
          <a:p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plt.pie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["VALUE"],labels=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["TIME"])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Google Shape;264;p10">
            <a:extLst>
              <a:ext uri="{FF2B5EF4-FFF2-40B4-BE49-F238E27FC236}">
                <a16:creationId xmlns:a16="http://schemas.microsoft.com/office/drawing/2014/main" id="{A9852E8D-5717-6A45-CFF6-7A66168C75B9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3;p10">
            <a:extLst>
              <a:ext uri="{FF2B5EF4-FFF2-40B4-BE49-F238E27FC236}">
                <a16:creationId xmlns:a16="http://schemas.microsoft.com/office/drawing/2014/main" id="{E34D67F1-4D9B-1328-7587-47F3651D5A84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Python:Matplotlib | pyplot | .hist() | Codecademy">
            <a:extLst>
              <a:ext uri="{FF2B5EF4-FFF2-40B4-BE49-F238E27FC236}">
                <a16:creationId xmlns:a16="http://schemas.microsoft.com/office/drawing/2014/main" id="{3AD92E7B-A205-E37E-5B11-C5B7EC92E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201" y="528159"/>
            <a:ext cx="5438775" cy="2900841"/>
          </a:xfrm>
          <a:prstGeom prst="rect">
            <a:avLst/>
          </a:prstGeom>
        </p:spPr>
      </p:pic>
      <p:pic>
        <p:nvPicPr>
          <p:cNvPr id="4" name="Picture 3" descr="Draw a pie chart that shows our daily activity in Python">
            <a:extLst>
              <a:ext uri="{FF2B5EF4-FFF2-40B4-BE49-F238E27FC236}">
                <a16:creationId xmlns:a16="http://schemas.microsoft.com/office/drawing/2014/main" id="{6F80F4DC-2FC3-B75B-8FF7-FBCCA66E8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626" y="4114800"/>
            <a:ext cx="5086350" cy="261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902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264;p10">
            <a:extLst>
              <a:ext uri="{FF2B5EF4-FFF2-40B4-BE49-F238E27FC236}">
                <a16:creationId xmlns:a16="http://schemas.microsoft.com/office/drawing/2014/main" id="{F5DACB75-2928-9D7A-4729-5D5871D0FBBF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63;p10">
            <a:extLst>
              <a:ext uri="{FF2B5EF4-FFF2-40B4-BE49-F238E27FC236}">
                <a16:creationId xmlns:a16="http://schemas.microsoft.com/office/drawing/2014/main" id="{A5EA145C-622A-6480-31AE-F0A14ADD4C84}"/>
              </a:ext>
            </a:extLst>
          </p:cNvPr>
          <p:cNvPicPr preferRelativeResize="0"/>
          <p:nvPr/>
        </p:nvPicPr>
        <p:blipFill rotWithShape="1">
          <a:blip r:embed="rId2" cstate="print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1981200" y="322436"/>
            <a:ext cx="8229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- Patient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Banking- Transaction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- Product Sales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- Student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- Stock Market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- Census Analysis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 is the foundation of Data Science.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provides powerful tools for reading, cleaning, selecting, sorting, grouping, ranking, and plotting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preprocessing improves data quality and enables accurate analysis and machine 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Data Science project begins with data manipulation before model building.</a:t>
            </a:r>
          </a:p>
        </p:txBody>
      </p:sp>
    </p:spTree>
    <p:extLst>
      <p:ext uri="{BB962C8B-B14F-4D97-AF65-F5344CB8AC3E}">
        <p14:creationId xmlns:p14="http://schemas.microsoft.com/office/powerpoint/2010/main" val="191756736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693</TotalTime>
  <Words>851</Words>
  <Application>Microsoft Office PowerPoint</Application>
  <PresentationFormat>Widescreen</PresentationFormat>
  <Paragraphs>272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Century Gothic</vt:lpstr>
      <vt:lpstr>Times New Roman</vt:lpstr>
      <vt:lpstr>Wingdings 3</vt:lpstr>
      <vt:lpstr>Wisp</vt:lpstr>
      <vt:lpstr>PowerPoint Presentation</vt:lpstr>
      <vt:lpstr>PowerPoint Presentation</vt:lpstr>
      <vt:lpstr>Data Manipulation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Filtering Missing Data Missing Data Missing values occur when information is unavailable.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Dilliraj</dc:creator>
  <cp:lastModifiedBy>Jothika M</cp:lastModifiedBy>
  <cp:revision>15</cp:revision>
  <dcterms:created xsi:type="dcterms:W3CDTF">2026-03-14T09:22:43Z</dcterms:created>
  <dcterms:modified xsi:type="dcterms:W3CDTF">2026-07-23T06:11:12Z</dcterms:modified>
</cp:coreProperties>
</file>